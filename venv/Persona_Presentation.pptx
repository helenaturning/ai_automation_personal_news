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Persona — G-AIA-410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Automatisation de Curation de Contenu &amp; IA via n8n</a:t>
            </a:r>
          </a:p>
          <a:p>
            <a:r>
              <a:t>Présentation de Revue de Projet</a:t>
            </a:r>
          </a:p>
          <a:p/>
          <a:p>
            <a:r>
              <a:t>[Insérer Logo Epitech ici]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Besoin d'automatiser la veille technologique personnalisée.</a:t>
            </a:r>
          </a:p>
          <a:p>
            <a:r>
              <a:t>• Difficulté de gérer manuellement les profils utilisateurs et les préférences.</a:t>
            </a:r>
          </a:p>
          <a:p>
            <a:r>
              <a:t>• Nécessité d'un système fluide combinant authentification et curation intelligente.</a:t>
            </a:r>
          </a:p>
          <a:p>
            <a:r>
              <a:t>• Solution Persona : Une architecture n8n modulaire et scalable.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Technique : n8n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Platforme d'automatisation No-Code / Low-Code.</a:t>
            </a:r>
          </a:p>
          <a:p>
            <a:r>
              <a:t>• Déploiement via Docker pour une isolation totale et une portabilité maximale.</a:t>
            </a:r>
          </a:p>
          <a:p>
            <a:r>
              <a:t>• Utilisation de Workflows JSON pour une flexibilité totale.</a:t>
            </a:r>
          </a:p>
          <a:p>
            <a:r>
              <a:t>• Orchestration native des modèles LLM (Gemini, Groq/Llama).</a:t>
            </a:r>
          </a:p>
          <a:p>
            <a:br/>
            <a:pPr>
              <a:defRPr b="1" sz="1800"/>
            </a:pPr>
            <a:r>
              <a:t>[INDIQUEZ ICI : INSÉRER UNE CAPTURE D'ÉCRAN / IMAGE]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Binôme 1 : Chatbot &amp; Authentification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Flux : Chat Trigger → AI Agent (Gemini) → Simple Memory.</a:t>
            </a:r>
          </a:p>
          <a:p>
            <a:r>
              <a:t>• Fonctionnement :</a:t>
            </a:r>
          </a:p>
          <a:p>
            <a:r>
              <a:t>  - Inscription / Connexion sécurisée (logic-based via IA).</a:t>
            </a:r>
          </a:p>
          <a:p>
            <a:r>
              <a:t>  - Collecte dynamique du profil (E-mail, Intérêts, Heure).</a:t>
            </a:r>
          </a:p>
          <a:p>
            <a:r>
              <a:t>  - Mémoire conversationnelle (buffer de 20 messages).</a:t>
            </a:r>
          </a:p>
          <a:p>
            <a:br/>
            <a:pPr>
              <a:defRPr b="1" sz="1800"/>
            </a:pPr>
            <a:r>
              <a:t>[INDIQUEZ ICI : INSÉRER UNE CAPTURE D'ÉCRAN / IMAGE]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Binôme 2 : Curation &amp; Newsletter Quotidienne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Flux : Schedule Trigger → RSS Feeds → Merge → IA Filter → Email.</a:t>
            </a:r>
          </a:p>
          <a:p>
            <a:r>
              <a:t>• Sources : TechCrunch (Tech) &amp; Simplecast (IA).</a:t>
            </a:r>
          </a:p>
          <a:p>
            <a:r>
              <a:t>• Filtrage intelligent : L'IA ne retient que le contenu pertinent pour l'utilisateur.</a:t>
            </a:r>
          </a:p>
          <a:p>
            <a:r>
              <a:t>• Envoi : Newsletter formatée en HTML via SMTP (Outlook/Ethereal).</a:t>
            </a:r>
          </a:p>
          <a:p>
            <a:br/>
            <a:pPr>
              <a:defRPr b="1" sz="1800"/>
            </a:pPr>
            <a:r>
              <a:t>[INDIQUEZ ICI : INSÉRER UNE CAPTURE D'ÉCRAN / IMAGE]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Avancées &amp; Bonus Implémentés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Personnalisation du Ton : La newsletter s'adapte au profil selon l'historique de discussion (via mémoire partagée).</a:t>
            </a:r>
          </a:p>
          <a:p>
            <a:r>
              <a:t>• Choix de la Langue : L'utilisateur définit sa langue d'édition dans le chatbot.</a:t>
            </a:r>
          </a:p>
          <a:p>
            <a:r>
              <a:t>• Analyse de Sentiment : Un indice de moral basé sur les actus est inclus à la fin de la newsletter.</a:t>
            </a:r>
          </a:p>
          <a:p>
            <a:r>
              <a:t>• Résilience et Fiabilité : Outils natifs (Split in Batches/Limit) et architecture Multi-Modèles puissante.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Défis Techniques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Problème : Dépassement des quotas d'API Gemini sur les gros flux RSS.</a:t>
            </a:r>
          </a:p>
          <a:p>
            <a:r>
              <a:t>• Solution : Migration vers Groq pour la curation et ajout de nœuds Limit.</a:t>
            </a:r>
          </a:p>
          <a:p>
            <a:r>
              <a:t>• Problème : Persistance des données en Docker.</a:t>
            </a:r>
          </a:p>
          <a:p>
            <a:r>
              <a:t>• Solution : Utilisation de volumes Docker pour sauvegarder les configurations n8n.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Vue d'ensemble du fonctionnement en direct.</a:t>
            </a:r>
          </a:p>
          <a:p>
            <a:r>
              <a:t>• Exemple d'interaction Chatbot.</a:t>
            </a:r>
          </a:p>
          <a:p>
            <a:r>
              <a:t>• Aperçu de la Newsletter finale reçue par e-mail.</a:t>
            </a:r>
          </a:p>
          <a:p>
            <a:br/>
            <a:pPr>
              <a:defRPr b="1" sz="1800"/>
            </a:pPr>
            <a:r>
              <a:t>[INDIQUEZ ICI : INSÉRER UNE DÉMONSTRATION VIDÉO]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Système complet, robuste et prêt pour la production.</a:t>
            </a:r>
          </a:p>
          <a:p>
            <a:r>
              <a:t>• Évolutivité : Facilité d'ajout de nouvelles sources (YouTube, Twitter, Google News).</a:t>
            </a:r>
          </a:p>
          <a:p>
            <a:r>
              <a:t>• Perspectives : Intégration d'une base de données SQL pour une gestion profil plus fine.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